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B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"/>
              </a:defRPr>
            </a:pPr>
            <a:r>
              <a:t>INTERNSHIP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1E1E1"/>
                </a:solidFill>
                <a:latin typeface="Aptos"/>
              </a:defRPr>
            </a:pPr>
            <a:r>
              <a:t>CODSOFT Internship</a:t>
            </a:r>
          </a:p>
          <a:p>
            <a:pPr>
              <a:spcAft>
                <a:spcPts val="1000"/>
              </a:spcAft>
              <a:defRPr sz="2000">
                <a:solidFill>
                  <a:srgbClr val="E1E1E1"/>
                </a:solidFill>
                <a:latin typeface="Aptos"/>
              </a:defRPr>
            </a:pPr>
            <a:r>
              <a:t>Web &amp; Software Development</a:t>
            </a:r>
          </a:p>
          <a:p>
            <a:pPr>
              <a:spcAft>
                <a:spcPts val="1000"/>
              </a:spcAft>
              <a:defRPr sz="2000">
                <a:solidFill>
                  <a:srgbClr val="E1E1E1"/>
                </a:solidFill>
                <a:latin typeface="Aptos"/>
              </a:defRPr>
            </a:pPr>
            <a:r>
              <a:t>Ritika Singh</a:t>
            </a:r>
          </a:p>
          <a:p>
            <a:pPr>
              <a:spcAft>
                <a:spcPts val="1000"/>
              </a:spcAft>
              <a:defRPr sz="2000">
                <a:solidFill>
                  <a:srgbClr val="E1E1E1"/>
                </a:solidFill>
                <a:latin typeface="Aptos"/>
              </a:defRPr>
            </a:pPr>
            <a:r>
              <a:t>B.Tech – Computer Science &amp; Engineering | 3rd Semester</a:t>
            </a:r>
          </a:p>
          <a:p>
            <a:pPr>
              <a:spcAft>
                <a:spcPts val="1000"/>
              </a:spcAft>
              <a:defRPr sz="2000">
                <a:solidFill>
                  <a:srgbClr val="E1E1E1"/>
                </a:solidFill>
                <a:latin typeface="Aptos"/>
              </a:defRPr>
            </a:pPr>
            <a:r>
              <a:t>Enrollment No.: 25SCS1003002329</a:t>
            </a:r>
          </a:p>
          <a:p>
            <a:pPr>
              <a:spcAft>
                <a:spcPts val="1000"/>
              </a:spcAft>
              <a:defRPr sz="2000">
                <a:solidFill>
                  <a:srgbClr val="E1E1E1"/>
                </a:solidFill>
                <a:latin typeface="Aptos"/>
              </a:defRPr>
            </a:pPr>
            <a:r>
              <a:t>IILM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B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ABOUT THE INTERNSHIP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1E1E1"/>
                </a:solidFill>
                <a:latin typeface="Aptos"/>
              </a:defRPr>
            </a:pPr>
            <a:r>
              <a:t>Organization: CODSOFT</a:t>
            </a:r>
          </a:p>
          <a:p>
            <a:pPr>
              <a:spcAft>
                <a:spcPts val="1000"/>
              </a:spcAft>
              <a:defRPr sz="2000">
                <a:solidFill>
                  <a:srgbClr val="E1E1E1"/>
                </a:solidFill>
                <a:latin typeface="Aptos"/>
              </a:defRPr>
            </a:pPr>
            <a:r>
              <a:t>Domain: Web and Software Development</a:t>
            </a:r>
          </a:p>
          <a:p>
            <a:pPr>
              <a:spcAft>
                <a:spcPts val="1000"/>
              </a:spcAft>
              <a:defRPr sz="2000">
                <a:solidFill>
                  <a:srgbClr val="E1E1E1"/>
                </a:solidFill>
                <a:latin typeface="Aptos"/>
              </a:defRPr>
            </a:pPr>
            <a:r>
              <a:t>The internship provided practical exposure to frontend development and project implementation.</a:t>
            </a:r>
          </a:p>
          <a:p>
            <a:pPr>
              <a:spcAft>
                <a:spcPts val="1000"/>
              </a:spcAft>
              <a:defRPr sz="1800">
                <a:solidFill>
                  <a:srgbClr val="E1E1E1"/>
                </a:solidFill>
                <a:latin typeface="Aptos"/>
              </a:defRPr>
            </a:pPr>
            <a:r>
              <a:t>The work focused on building functional projects using web technologies and applying programming concepts.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B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INTERNSHIP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1E1E1"/>
                </a:solidFill>
                <a:latin typeface="Aptos"/>
              </a:defRPr>
            </a:pPr>
            <a:r>
              <a:t>Gain practical experience in software and web development.</a:t>
            </a:r>
          </a:p>
          <a:p>
            <a:pPr>
              <a:spcAft>
                <a:spcPts val="1000"/>
              </a:spcAft>
              <a:defRPr sz="2000">
                <a:solidFill>
                  <a:srgbClr val="E1E1E1"/>
                </a:solidFill>
                <a:latin typeface="Aptos"/>
              </a:defRPr>
            </a:pPr>
            <a:r>
              <a:t>Apply HTML, CSS and JavaScript concepts in real projects.</a:t>
            </a:r>
          </a:p>
          <a:p>
            <a:pPr>
              <a:spcAft>
                <a:spcPts val="1000"/>
              </a:spcAft>
              <a:defRPr sz="2000">
                <a:solidFill>
                  <a:srgbClr val="E1E1E1"/>
                </a:solidFill>
                <a:latin typeface="Aptos"/>
              </a:defRPr>
            </a:pPr>
            <a:r>
              <a:t>Improve programming and problem-solving skills.</a:t>
            </a:r>
          </a:p>
          <a:p>
            <a:pPr>
              <a:spcAft>
                <a:spcPts val="1000"/>
              </a:spcAft>
              <a:defRPr sz="2000">
                <a:solidFill>
                  <a:srgbClr val="E1E1E1"/>
                </a:solidFill>
                <a:latin typeface="Aptos"/>
              </a:defRPr>
            </a:pPr>
            <a:r>
              <a:t>Understand the process of planning, developing and testing projects.</a:t>
            </a:r>
          </a:p>
          <a:p>
            <a:pPr>
              <a:spcAft>
                <a:spcPts val="1000"/>
              </a:spcAft>
              <a:defRPr sz="2000">
                <a:solidFill>
                  <a:srgbClr val="E1E1E1"/>
                </a:solidFill>
                <a:latin typeface="Aptos"/>
              </a:defRPr>
            </a:pPr>
            <a:r>
              <a:t>Learn to manage and maintain projects using GitHub.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B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1E1E1"/>
                </a:solidFill>
                <a:latin typeface="Aptos"/>
              </a:defRPr>
            </a:pPr>
            <a:r>
              <a:t>HTML – Structure of web pages</a:t>
            </a:r>
          </a:p>
          <a:p>
            <a:pPr>
              <a:spcAft>
                <a:spcPts val="1000"/>
              </a:spcAft>
              <a:defRPr sz="2000">
                <a:solidFill>
                  <a:srgbClr val="E1E1E1"/>
                </a:solidFill>
                <a:latin typeface="Aptos"/>
              </a:defRPr>
            </a:pPr>
            <a:r>
              <a:t>CSS – Styling, layout and responsive design</a:t>
            </a:r>
          </a:p>
          <a:p>
            <a:pPr>
              <a:spcAft>
                <a:spcPts val="1000"/>
              </a:spcAft>
              <a:defRPr sz="2000">
                <a:solidFill>
                  <a:srgbClr val="E1E1E1"/>
                </a:solidFill>
                <a:latin typeface="Aptos"/>
              </a:defRPr>
            </a:pPr>
            <a:r>
              <a:t>JavaScript – Interactivity and functionality</a:t>
            </a:r>
          </a:p>
          <a:p>
            <a:pPr>
              <a:spcAft>
                <a:spcPts val="1000"/>
              </a:spcAft>
              <a:defRPr sz="2000">
                <a:solidFill>
                  <a:srgbClr val="E1E1E1"/>
                </a:solidFill>
                <a:latin typeface="Aptos"/>
              </a:defRPr>
            </a:pPr>
            <a:r>
              <a:t>GitHub – Repository management and version control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B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PROJECTS DEVELOPED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1E1E1"/>
                </a:solidFill>
                <a:latin typeface="Aptos"/>
              </a:defRPr>
            </a:pPr>
            <a:r>
              <a:t>1. Portfolio Website</a:t>
            </a:r>
          </a:p>
          <a:p>
            <a:pPr>
              <a:spcAft>
                <a:spcPts val="1000"/>
              </a:spcAft>
              <a:defRPr sz="2000">
                <a:solidFill>
                  <a:srgbClr val="E1E1E1"/>
                </a:solidFill>
                <a:latin typeface="Aptos"/>
              </a:defRPr>
            </a:pPr>
            <a:r>
              <a:t>2. To-Do List</a:t>
            </a:r>
          </a:p>
          <a:p>
            <a:pPr>
              <a:spcAft>
                <a:spcPts val="1000"/>
              </a:spcAft>
              <a:defRPr sz="2000">
                <a:solidFill>
                  <a:srgbClr val="E1E1E1"/>
                </a:solidFill>
                <a:latin typeface="Aptos"/>
              </a:defRPr>
            </a:pPr>
            <a:r>
              <a:t>3. Expense Tracker</a:t>
            </a:r>
          </a:p>
          <a:p>
            <a:pPr>
              <a:spcAft>
                <a:spcPts val="1000"/>
              </a:spcAft>
              <a:defRPr sz="2000">
                <a:solidFill>
                  <a:srgbClr val="E1E1E1"/>
                </a:solidFill>
                <a:latin typeface="Aptos"/>
              </a:defRPr>
            </a:pPr>
            <a:r>
              <a:t>4. AI Code Review</a:t>
            </a:r>
          </a:p>
          <a:p>
            <a:pPr>
              <a:spcAft>
                <a:spcPts val="1000"/>
              </a:spcAft>
              <a:defRPr sz="1800">
                <a:solidFill>
                  <a:srgbClr val="E1E1E1"/>
                </a:solidFill>
                <a:latin typeface="Aptos"/>
              </a:defRPr>
            </a:pPr>
            <a:r>
              <a:t>Each project provided practical experience in designing, developing and testing web-based applications.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B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PROJECT 1 – PORTFOLIO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1E1E1"/>
                </a:solidFill>
                <a:latin typeface="Aptos"/>
              </a:defRPr>
            </a:pPr>
            <a:r>
              <a:t>Purpose: Create a personal portfolio to present profile, skills and projects.</a:t>
            </a:r>
          </a:p>
          <a:p>
            <a:pPr>
              <a:spcAft>
                <a:spcPts val="1000"/>
              </a:spcAft>
              <a:defRPr sz="2000">
                <a:solidFill>
                  <a:srgbClr val="E1E1E1"/>
                </a:solidFill>
                <a:latin typeface="Aptos"/>
              </a:defRPr>
            </a:pPr>
            <a:r>
              <a:t>Technologies: HTML, CSS, JavaScript</a:t>
            </a:r>
          </a:p>
          <a:p>
            <a:pPr>
              <a:spcAft>
                <a:spcPts val="1000"/>
              </a:spcAft>
              <a:defRPr sz="2000">
                <a:solidFill>
                  <a:srgbClr val="E1E1E1"/>
                </a:solidFill>
                <a:latin typeface="Aptos"/>
              </a:defRPr>
            </a:pPr>
            <a:r>
              <a:t>Key sections: Home, About, Skills, Projects, Resume and Contact</a:t>
            </a:r>
          </a:p>
          <a:p>
            <a:pPr>
              <a:spcAft>
                <a:spcPts val="1000"/>
              </a:spcAft>
              <a:defRPr sz="2000">
                <a:solidFill>
                  <a:srgbClr val="E1E1E1"/>
                </a:solidFill>
                <a:latin typeface="Aptos"/>
              </a:defRPr>
            </a:pPr>
            <a:r>
              <a:t>Focus: Clean interface, organized content and responsive presentation.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B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PROJECT 2 – TO-DO LIST &amp; EXPENSE TRACKER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1E1E1"/>
                </a:solidFill>
                <a:latin typeface="Aptos"/>
              </a:defRPr>
            </a:pPr>
            <a:r>
              <a:t>To-Do List:</a:t>
            </a:r>
          </a:p>
          <a:p>
            <a:pPr>
              <a:spcAft>
                <a:spcPts val="1000"/>
              </a:spcAft>
              <a:defRPr sz="2000">
                <a:solidFill>
                  <a:srgbClr val="E1E1E1"/>
                </a:solidFill>
                <a:latin typeface="Aptos"/>
              </a:defRPr>
            </a:pPr>
            <a:r>
              <a:t>• Add tasks and manage daily activities</a:t>
            </a:r>
          </a:p>
          <a:p>
            <a:pPr>
              <a:spcAft>
                <a:spcPts val="1000"/>
              </a:spcAft>
              <a:defRPr sz="2000">
                <a:solidFill>
                  <a:srgbClr val="E1E1E1"/>
                </a:solidFill>
                <a:latin typeface="Aptos"/>
              </a:defRPr>
            </a:pPr>
            <a:r>
              <a:t>• Mark tasks as completed</a:t>
            </a:r>
          </a:p>
          <a:p>
            <a:pPr>
              <a:spcAft>
                <a:spcPts val="1000"/>
              </a:spcAft>
              <a:defRPr sz="2000">
                <a:solidFill>
                  <a:srgbClr val="E1E1E1"/>
                </a:solidFill>
                <a:latin typeface="Aptos"/>
              </a:defRPr>
            </a:pPr>
            <a:r>
              <a:t>• Filter tasks by status</a:t>
            </a:r>
          </a:p>
          <a:p>
            <a:pPr>
              <a:spcAft>
                <a:spcPts val="1000"/>
              </a:spcAft>
              <a:defRPr sz="2000">
                <a:solidFill>
                  <a:srgbClr val="E1E1E1"/>
                </a:solidFill>
                <a:latin typeface="Aptos"/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E1E1E1"/>
                </a:solidFill>
                <a:latin typeface="Aptos"/>
              </a:defRPr>
            </a:pPr>
            <a:r>
              <a:t>Expense Tracker:</a:t>
            </a:r>
          </a:p>
          <a:p>
            <a:pPr>
              <a:spcAft>
                <a:spcPts val="1000"/>
              </a:spcAft>
              <a:defRPr sz="2000">
                <a:solidFill>
                  <a:srgbClr val="E1E1E1"/>
                </a:solidFill>
                <a:latin typeface="Aptos"/>
              </a:defRPr>
            </a:pPr>
            <a:r>
              <a:t>• Record and manage expense information</a:t>
            </a:r>
          </a:p>
          <a:p>
            <a:pPr>
              <a:spcAft>
                <a:spcPts val="1000"/>
              </a:spcAft>
              <a:defRPr sz="2000">
                <a:solidFill>
                  <a:srgbClr val="E1E1E1"/>
                </a:solidFill>
                <a:latin typeface="Aptos"/>
              </a:defRPr>
            </a:pPr>
            <a:r>
              <a:t>• Provide a simple interface for tracking spending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B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PROJECT 3 – AI CODE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1E1E1"/>
                </a:solidFill>
                <a:latin typeface="Aptos"/>
              </a:defRPr>
            </a:pPr>
            <a:r>
              <a:t>Purpose: Demonstrate an interface for automated code analysis.</a:t>
            </a:r>
          </a:p>
          <a:p>
            <a:pPr>
              <a:spcAft>
                <a:spcPts val="1000"/>
              </a:spcAft>
              <a:defRPr sz="2000">
                <a:solidFill>
                  <a:srgbClr val="E1E1E1"/>
                </a:solidFill>
                <a:latin typeface="Aptos"/>
              </a:defRPr>
            </a:pPr>
            <a:r>
              <a:t>User selects a programming language and enters code.</a:t>
            </a:r>
          </a:p>
          <a:p>
            <a:pPr>
              <a:spcAft>
                <a:spcPts val="1000"/>
              </a:spcAft>
              <a:defRPr sz="2000">
                <a:solidFill>
                  <a:srgbClr val="E1E1E1"/>
                </a:solidFill>
                <a:latin typeface="Aptos"/>
              </a:defRPr>
            </a:pPr>
            <a:r>
              <a:t>The application presents possible issues, suggestions and code complexity.</a:t>
            </a:r>
          </a:p>
          <a:p>
            <a:pPr>
              <a:spcAft>
                <a:spcPts val="1000"/>
              </a:spcAft>
              <a:defRPr sz="2000">
                <a:solidFill>
                  <a:srgbClr val="E1E1E1"/>
                </a:solidFill>
                <a:latin typeface="Aptos"/>
              </a:defRPr>
            </a:pPr>
            <a:r>
              <a:t>The project provided exposure to the idea of using AI-assisted tools in software development.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B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1E1E1"/>
                </a:solidFill>
                <a:latin typeface="Aptos"/>
              </a:defRPr>
            </a:pPr>
            <a:r>
              <a:t>Improved understanding of HTML, CSS and JavaScript.</a:t>
            </a:r>
          </a:p>
          <a:p>
            <a:pPr>
              <a:spcAft>
                <a:spcPts val="1000"/>
              </a:spcAft>
              <a:defRPr sz="2000">
                <a:solidFill>
                  <a:srgbClr val="E1E1E1"/>
                </a:solidFill>
                <a:latin typeface="Aptos"/>
              </a:defRPr>
            </a:pPr>
            <a:r>
              <a:t>Hands-on experience in developing web applications.</a:t>
            </a:r>
          </a:p>
          <a:p>
            <a:pPr>
              <a:spcAft>
                <a:spcPts val="1000"/>
              </a:spcAft>
              <a:defRPr sz="2000">
                <a:solidFill>
                  <a:srgbClr val="E1E1E1"/>
                </a:solidFill>
                <a:latin typeface="Aptos"/>
              </a:defRPr>
            </a:pPr>
            <a:r>
              <a:t>Improved problem-solving and debugging skills.</a:t>
            </a:r>
          </a:p>
          <a:p>
            <a:pPr>
              <a:spcAft>
                <a:spcPts val="1000"/>
              </a:spcAft>
              <a:defRPr sz="2000">
                <a:solidFill>
                  <a:srgbClr val="E1E1E1"/>
                </a:solidFill>
                <a:latin typeface="Aptos"/>
              </a:defRPr>
            </a:pPr>
            <a:r>
              <a:t>Better understanding of project planning and implementation.</a:t>
            </a:r>
          </a:p>
          <a:p>
            <a:pPr>
              <a:spcAft>
                <a:spcPts val="1000"/>
              </a:spcAft>
              <a:defRPr sz="2000">
                <a:solidFill>
                  <a:srgbClr val="E1E1E1"/>
                </a:solidFill>
                <a:latin typeface="Aptos"/>
              </a:defRPr>
            </a:pPr>
            <a:r>
              <a:t>Experience with GitHub and project documentation.</a:t>
            </a:r>
          </a:p>
          <a:p>
            <a:pPr>
              <a:spcAft>
                <a:spcPts val="1000"/>
              </a:spcAft>
              <a:defRPr sz="2000">
                <a:solidFill>
                  <a:srgbClr val="E1E1E1"/>
                </a:solidFill>
                <a:latin typeface="Aptos"/>
              </a:defRPr>
            </a:pPr>
            <a:r>
              <a:t>Improved confidence in applying academic concepts to practical projects.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B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1E1E1"/>
                </a:solidFill>
                <a:latin typeface="Aptos"/>
              </a:defRPr>
            </a:pPr>
            <a:r>
              <a:t>The CODSOFT internship provided practical exposure to web and software development.</a:t>
            </a:r>
          </a:p>
          <a:p>
            <a:pPr>
              <a:spcAft>
                <a:spcPts val="1000"/>
              </a:spcAft>
              <a:defRPr sz="2000">
                <a:solidFill>
                  <a:srgbClr val="E1E1E1"/>
                </a:solidFill>
                <a:latin typeface="Aptos"/>
              </a:defRPr>
            </a:pPr>
            <a:r>
              <a:t>The projects helped strengthen programming, design, problem-solving and project-management skills.</a:t>
            </a:r>
          </a:p>
          <a:p>
            <a:pPr>
              <a:spcAft>
                <a:spcPts val="1000"/>
              </a:spcAft>
              <a:defRPr sz="2000">
                <a:solidFill>
                  <a:srgbClr val="E1E1E1"/>
                </a:solidFill>
                <a:latin typeface="Aptos"/>
              </a:defRPr>
            </a:pPr>
            <a:r>
              <a:t>The internship experience helped connect academic knowledge with practical implementation.</a:t>
            </a:r>
          </a:p>
          <a:p>
            <a:pPr>
              <a:spcAft>
                <a:spcPts val="1000"/>
              </a:spcAft>
              <a:defRPr sz="2000">
                <a:solidFill>
                  <a:srgbClr val="E1E1E1"/>
                </a:solidFill>
                <a:latin typeface="Aptos"/>
              </a:defRPr>
            </a:pPr>
          </a:p>
          <a:p>
            <a:pPr>
              <a:spcAft>
                <a:spcPts val="1000"/>
              </a:spcAft>
              <a:defRPr sz="2000">
                <a:solidFill>
                  <a:srgbClr val="E1E1E1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